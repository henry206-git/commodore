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Commodore C64 vs. Amiga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Sprites, Betriebssystem, Schnittstellen &amp; Farbtiefe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969696"/>
                </a:solidFill>
              </a:defRPr>
            </a:pPr>
            <a:r>
              <a:t>Teil 2 - Grafik, System &amp; Konnektivität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Überblick der Verbesserungen</a:t>
            </a:r>
          </a:p>
        </p:txBody>
      </p:sp>
      <p:pic>
        <p:nvPicPr>
          <p:cNvPr id="3" name="Picture 2" descr="bar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5957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Farbtiefe: 16 vs. 4096 Farben</a:t>
            </a:r>
          </a:p>
        </p:txBody>
      </p:sp>
      <p:pic>
        <p:nvPicPr>
          <p:cNvPr id="3" name="Picture 2" descr="color_palet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0878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C64 Farbpalette (VIC-II)</a:t>
            </a:r>
          </a:p>
        </p:txBody>
      </p:sp>
      <p:pic>
        <p:nvPicPr>
          <p:cNvPr id="3" name="Picture 2" descr="c64_color_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4513"/>
                </a:solidFill>
              </a:defRPr>
            </a:pPr>
            <a:r>
              <a:t>16 feste Farben - Keine Farbpaletten-Anpassung möglich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Sprites: Hardware vs. Blitter Objects</a:t>
            </a:r>
          </a:p>
        </p:txBody>
      </p:sp>
      <p:pic>
        <p:nvPicPr>
          <p:cNvPr id="3" name="Picture 2" descr="spri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4033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C64 Sprite-Beispiel</a:t>
            </a:r>
          </a:p>
        </p:txBody>
      </p:sp>
      <p:pic>
        <p:nvPicPr>
          <p:cNvPr id="3" name="Picture 2" descr="c64_spr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95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8 Hardware-Sprites mit Vergrößerungsmöglichkeit</a:t>
            </a:r>
          </a:p>
          <a:p>
            <a:pPr algn="ctr">
              <a:defRPr sz="1400">
                <a:solidFill>
                  <a:srgbClr val="646464"/>
                </a:solidFill>
              </a:defRPr>
            </a:pPr>
            <a:r>
              <a:t>24×21 Pixel, 3 Farben pro Sprite (+ Hintergrund)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Betriebssystem: BASIC V2 vs. AmigaOS</a:t>
            </a:r>
          </a:p>
        </p:txBody>
      </p:sp>
      <p:pic>
        <p:nvPicPr>
          <p:cNvPr id="3" name="Picture 2" descr="o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47706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AmigaOS Workbench 1.3</a:t>
            </a:r>
          </a:p>
        </p:txBody>
      </p:sp>
      <p:pic>
        <p:nvPicPr>
          <p:cNvPr id="3" name="Picture 2" descr="amiga_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76346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000"/>
                </a:solidFill>
              </a:defRPr>
            </a:pPr>
            <a:r>
              <a:t>Preemptives Multitasking - Revolutionär für Heimcomputer!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Schnittstellen im Vergleich</a:t>
            </a:r>
          </a:p>
        </p:txBody>
      </p:sp>
      <p:pic>
        <p:nvPicPr>
          <p:cNvPr id="3" name="Picture 2" descr="interfa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470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C64 Rückseite - Anschlüsse</a:t>
            </a:r>
          </a:p>
        </p:txBody>
      </p:sp>
      <p:pic>
        <p:nvPicPr>
          <p:cNvPr id="3" name="Picture 2" descr="c64_rear_port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23905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Expansion | RF | A/V | Serial (IEC) | Cassette | User 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Amiga 500 Rückseite - Anschlüsse</a:t>
            </a:r>
          </a:p>
        </p:txBody>
      </p:sp>
      <p:pic>
        <p:nvPicPr>
          <p:cNvPr id="3" name="Picture 2" descr="amiga_rear_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58400" cy="17817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Joystick 1+2 | Stereo Audio | Ext. Floppy | Serial | Parallel | RGB | Composite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Eigenschaft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C64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Amiga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Verbesserung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Farbtiefe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16 Farben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4096 Farben (HAM)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65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</a:defRPr>
            </a:pPr>
            <a:r>
              <a:t>+25.500%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Sprites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60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8 HW, 24×21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8 HW + BOBs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</a:defRPr>
            </a:pPr>
            <a:r>
              <a:t>+Flexibilität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546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Betriebssystem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546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BASIC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AmigaOS GUI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5467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</a:defRPr>
            </a:pPr>
            <a:r>
              <a:t>Multitasking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Schnittstellen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6 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9 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490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</a:defRPr>
            </a:pPr>
            <a:r>
              <a:t>+50%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000"/>
                </a:solidFill>
              </a:defRPr>
            </a:pPr>
            <a:r>
              <a:t>Die spektakulärste Verbesserung: Farbtiefe mit +25.500%!</a:t>
            </a:r>
          </a:p>
          <a:p>
            <a:pPr algn="ctr">
              <a:defRPr sz="1600"/>
            </a:pPr>
            <a:r>
              <a:t>Das preemptive Multitasking von AmigaOS war revolutionär für seine Zeit.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Bildquellen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Sprite &amp; Farbpaletten-Bilder:</a:t>
            </a:r>
          </a:p>
          <a:p>
            <a:pPr>
              <a:defRPr sz="1400"/>
            </a:pPr>
            <a:r>
              <a:t>  - c64-wiki.com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Schnittstellen-Fotos:</a:t>
            </a:r>
          </a:p>
          <a:p>
            <a:pPr>
              <a:defRPr sz="1400"/>
            </a:pPr>
            <a:r>
              <a:t>  - C64 Ports: c64-wiki.com</a:t>
            </a:r>
          </a:p>
          <a:p>
            <a:pPr>
              <a:defRPr sz="1400"/>
            </a:pPr>
            <a:r>
              <a:t>  - Amiga Ports: bigbookofamigahardware.com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Betriebssystem-Screenshots:</a:t>
            </a:r>
          </a:p>
          <a:p>
            <a:pPr>
              <a:defRPr sz="1400"/>
            </a:pPr>
            <a:r>
              <a:t>  - Amiga Workbench: gregdonner.org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Visualisierungen: Eigene Erstellung mit Python/Matplotlib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