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Commodore C64 vs. Amiga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Technischer Vergleich: Prozessor, Taktfrequenz &amp; Arbeitsspeicher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969696"/>
                </a:solidFill>
              </a:defRPr>
            </a:pPr>
            <a:r>
              <a:t>1982 vs. 1985 - Der Sprung in eine neue Ära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Überblick der Verbesserungen</a:t>
            </a:r>
          </a:p>
        </p:txBody>
      </p:sp>
      <p:pic>
        <p:nvPicPr>
          <p:cNvPr id="3" name="Picture 2" descr="b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55957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Prozessor-Chips im Vergleich</a:t>
            </a:r>
          </a:p>
        </p:txBody>
      </p:sp>
      <p:pic>
        <p:nvPicPr>
          <p:cNvPr id="3" name="Picture 2" descr="mos_65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8657041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B4513"/>
                </a:solidFill>
              </a:defRPr>
            </a:pPr>
            <a:r>
              <a:t>MOS 6510</a:t>
            </a:r>
            <a:br/>
            <a:r>
              <a:t>8-Bit @ 1 MHz</a:t>
            </a:r>
          </a:p>
        </p:txBody>
      </p:sp>
      <p:pic>
        <p:nvPicPr>
          <p:cNvPr id="5" name="Picture 4" descr="motorola_68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45920"/>
            <a:ext cx="4876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54864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169E1"/>
                </a:solidFill>
              </a:defRPr>
            </a:pPr>
            <a:r>
              <a:t>Motorola 68000</a:t>
            </a:r>
            <a:br/>
            <a:r>
              <a:t>16-Bit @ 7 MHz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200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8000"/>
                </a:solidFill>
              </a:defRPr>
            </a:pPr>
            <a:r>
              <a:t>+700% Bit-Breite</a:t>
            </a:r>
            <a:br/>
            <a:r>
              <a:t>+600% Taktfrequenz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Taktfrequenz: 1 MHz vs. 7 MHz</a:t>
            </a:r>
          </a:p>
        </p:txBody>
      </p:sp>
      <p:pic>
        <p:nvPicPr>
          <p:cNvPr id="3" name="Picture 2" descr="speedo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38819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8000"/>
                </a:solidFill>
              </a:defRPr>
            </a:pPr>
            <a:r>
              <a:t>+600% Geschwindigkeitssteigerung - 7x mehr Operationen pro Sekunde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Motherboards mit RAM-Chips</a:t>
            </a:r>
          </a:p>
        </p:txBody>
      </p:sp>
      <p:pic>
        <p:nvPicPr>
          <p:cNvPr id="3" name="Picture 2" descr="c64_mother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8601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B4513"/>
                </a:solidFill>
              </a:defRPr>
            </a:pPr>
            <a:r>
              <a:t>C64 Motherboard</a:t>
            </a:r>
            <a:br/>
            <a:r>
              <a:t>8x 4164 DRAM = 64 KB</a:t>
            </a:r>
          </a:p>
        </p:txBody>
      </p:sp>
      <p:pic>
        <p:nvPicPr>
          <p:cNvPr id="5" name="Picture 4" descr="amiga_mother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53035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169E1"/>
                </a:solidFill>
              </a:defRPr>
            </a:pPr>
            <a:r>
              <a:t>Amiga 500 Motherboard</a:t>
            </a:r>
            <a:br/>
            <a:r>
              <a:t>512 KB RAM (erweiterbar)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Arbeitsspeicher: 64 KB vs. 512 KB</a:t>
            </a:r>
          </a:p>
        </p:txBody>
      </p:sp>
      <p:pic>
        <p:nvPicPr>
          <p:cNvPr id="3" name="Picture 2" descr="water_g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8229600" cy="8174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RAM-Blöcke: 64 vs. 512 Kilobyte</a:t>
            </a:r>
          </a:p>
        </p:txBody>
      </p:sp>
      <p:pic>
        <p:nvPicPr>
          <p:cNvPr id="3" name="Picture 2" descr="memory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54982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Jeder Block = 1 KB | 8x mehr Speicher für Programme und Daten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Eigenschaft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265176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C64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325880"/>
            <a:ext cx="265176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Amiga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265176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Verbesserung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325880"/>
            <a:ext cx="265176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Prozessor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MOS 6510 (8-Bit)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Motorola 68000 (16-Bit)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8000"/>
                </a:solidFill>
              </a:defRPr>
            </a:pPr>
            <a:r>
              <a:t>+700%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51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Taktfrequenz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51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1 MHz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7 MHz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651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8000"/>
                </a:solidFill>
              </a:defRPr>
            </a:pPr>
            <a:r>
              <a:t>+600%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91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291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64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512 KB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91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8000"/>
                </a:solidFill>
              </a:defRPr>
            </a:pPr>
            <a:r>
              <a:t>+700%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Der Amiga war ein technisches Wunder seiner Zeit und übertraf seinen Vorgänger</a:t>
            </a:r>
          </a:p>
          <a:p>
            <a:pPr algn="ctr">
              <a:defRPr sz="1800"/>
            </a:pPr>
            <a:r>
              <a:t>sowie die Konkurrenz massiv mit seinen Verbesserungen.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Bildquellen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Prozessor-Bilder:</a:t>
            </a:r>
          </a:p>
          <a:p>
            <a:pPr>
              <a:defRPr sz="1400"/>
            </a:pPr>
            <a:r>
              <a:t>  - MOS 6510: c64-wiki.com</a:t>
            </a:r>
          </a:p>
          <a:p>
            <a:pPr>
              <a:defRPr sz="1400"/>
            </a:pPr>
            <a:r>
              <a:t>  - Motorola 68000: IEEE Spectrum (spectrum.ieee.org)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Motherboard-Bilder:</a:t>
            </a:r>
          </a:p>
          <a:p>
            <a:pPr>
              <a:defRPr sz="1400"/>
            </a:pPr>
            <a:r>
              <a:t>  - C64 Motherboard: c64-wiki.com</a:t>
            </a:r>
          </a:p>
          <a:p>
            <a:pPr>
              <a:defRPr sz="1400"/>
            </a:pPr>
            <a:r>
              <a:t>  - Amiga 500 Motherboard: retrohax.net</a:t>
            </a:r>
          </a:p>
          <a:p>
            <a:pPr>
              <a:defRPr sz="1400"/>
            </a:pPr>
          </a:p>
          <a:p>
            <a:pPr>
              <a:defRPr sz="1400" b="1"/>
            </a:pPr>
            <a:r>
              <a:t>Visualisierungen: Eigene Erstellung mit Python/Matplotlib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